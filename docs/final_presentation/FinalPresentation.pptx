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8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25E5076-3810-47DD-B79F-674D7AD40C01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16" autoAdjust="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C0FB670-7427-4185-8511-6F36A01430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ED473D-6081-4804-9B28-4FA7D2C383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39C193-D30F-4B7A-8956-32E4F6D9D2C9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B68452-BA11-400A-8E67-C003922CC3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90A332-336E-4B1B-9128-655A1F9DBA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2948B1-B6D3-4578-932F-6AE7124E5E1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1354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6AC78B-5884-4D24-983C-916233003E85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2AB528-7684-4A37-99F6-46340DCC2B3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881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 title="Page Number Shape"/>
          <p:cNvSpPr/>
          <p:nvPr userDrawn="1"/>
        </p:nvSpPr>
        <p:spPr bwMode="auto">
          <a:xfrm>
            <a:off x="11784011" y="345139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78819" y="2270908"/>
            <a:ext cx="7034362" cy="2188992"/>
          </a:xfrm>
        </p:spPr>
        <p:txBody>
          <a:bodyPr anchor="ctr" anchorCtr="0">
            <a:noAutofit/>
          </a:bodyPr>
          <a:lstStyle>
            <a:lvl1pPr algn="ctr">
              <a:lnSpc>
                <a:spcPct val="85000"/>
              </a:lnSpc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6793" y="5024051"/>
            <a:ext cx="7034362" cy="1052898"/>
          </a:xfrm>
        </p:spPr>
        <p:txBody>
          <a:bodyPr anchor="ctr" anchorCtr="0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sz="2000" b="0" i="1" baseline="0">
                <a:solidFill>
                  <a:schemeClr val="tx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84338" y="6314440"/>
            <a:ext cx="1596622" cy="365125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F35A1469-2D5F-4CF6-9A65-876A4BCDDACA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15066" y="6314440"/>
            <a:ext cx="5122683" cy="365125"/>
          </a:xfrm>
        </p:spPr>
        <p:txBody>
          <a:bodyPr/>
          <a:lstStyle>
            <a:lvl1pPr algn="l">
              <a:defRPr b="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Add a footer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84011" y="572151"/>
            <a:ext cx="407988" cy="365125"/>
          </a:xfrm>
        </p:spPr>
        <p:txBody>
          <a:bodyPr/>
          <a:lstStyle>
            <a:lvl1pPr algn="r">
              <a:defRPr>
                <a:solidFill>
                  <a:schemeClr val="bg2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11549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79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 title="Page Number Shape"/>
          <p:cNvSpPr/>
          <p:nvPr/>
        </p:nvSpPr>
        <p:spPr bwMode="auto">
          <a:xfrm>
            <a:off x="11784011" y="118920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8913" y="1143293"/>
            <a:ext cx="7034362" cy="4268965"/>
          </a:xfrm>
        </p:spPr>
        <p:txBody>
          <a:bodyPr anchor="t">
            <a:normAutofit/>
          </a:bodyPr>
          <a:lstStyle>
            <a:lvl1pPr algn="l">
              <a:lnSpc>
                <a:spcPct val="85000"/>
              </a:lnSpc>
              <a:defRPr sz="7700" cap="all" baseline="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88914" y="5537925"/>
            <a:ext cx="7034362" cy="706355"/>
          </a:xfrm>
        </p:spPr>
        <p:txBody>
          <a:bodyPr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sz="2000" b="0" i="1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88913" y="6314440"/>
            <a:ext cx="1596622" cy="365125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0CEE1DAB-B868-4EEB-BD54-B9BAB6F58361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00591" y="6314440"/>
            <a:ext cx="5122683" cy="365125"/>
          </a:xfrm>
        </p:spPr>
        <p:txBody>
          <a:bodyPr/>
          <a:lstStyle>
            <a:lvl1pPr algn="l">
              <a:defRPr b="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84011" y="1416216"/>
            <a:ext cx="407988" cy="365125"/>
          </a:xfrm>
        </p:spPr>
        <p:txBody>
          <a:bodyPr/>
          <a:lstStyle>
            <a:lvl1pPr algn="r">
              <a:defRPr>
                <a:solidFill>
                  <a:schemeClr val="bg2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9" name="Straight Connector 8" title="Verticle Rule Line"/>
          <p:cNvCxnSpPr/>
          <p:nvPr/>
        </p:nvCxnSpPr>
        <p:spPr>
          <a:xfrm>
            <a:off x="773855" y="1257300"/>
            <a:ext cx="0" cy="5600700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1377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79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A88A9-102E-4111-86E0-D51E9CB704AA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6993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559678"/>
            <a:ext cx="3833906" cy="2278772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BD67-B37A-4DEF-9054-A91A6B18355E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2001" y="2981325"/>
            <a:ext cx="1866900" cy="282892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E983FCBB-03A1-486A-BDE2-92BD88EA0FC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29006" y="2981325"/>
            <a:ext cx="1866900" cy="282892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1136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3432B8B-A85D-47CE-98BC-3DF0B2F26AF4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5400" y="431747"/>
            <a:ext cx="5105400" cy="68463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088800" y="1468316"/>
            <a:ext cx="4831664" cy="3865070"/>
          </a:xfrm>
        </p:spPr>
        <p:txBody>
          <a:bodyPr anchor="ctr" anchorCtr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235B7-901B-460F-BE63-E630BF7AD92D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5416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AC8F6D-0687-481A-9761-11AB8A79722C}"/>
              </a:ext>
            </a:extLst>
          </p:cNvPr>
          <p:cNvSpPr/>
          <p:nvPr userDrawn="1"/>
        </p:nvSpPr>
        <p:spPr>
          <a:xfrm>
            <a:off x="0" y="1"/>
            <a:ext cx="12191999" cy="154744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762000" y="305678"/>
            <a:ext cx="10667998" cy="1002422"/>
          </a:xfrm>
        </p:spPr>
        <p:txBody>
          <a:bodyPr anchor="ctr" anchorCtr="0"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01C1E-44EC-4ED6-87AC-7B26C9BC7568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1999" y="2443527"/>
            <a:ext cx="3348000" cy="2291676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4" name="Freeform 6" title="Page Number Shape">
            <a:extLst>
              <a:ext uri="{FF2B5EF4-FFF2-40B4-BE49-F238E27FC236}">
                <a16:creationId xmlns:a16="http://schemas.microsoft.com/office/drawing/2014/main" id="{0370AA61-B230-4320-8591-17B9EA527174}"/>
              </a:ext>
            </a:extLst>
          </p:cNvPr>
          <p:cNvSpPr/>
          <p:nvPr userDrawn="1"/>
        </p:nvSpPr>
        <p:spPr bwMode="auto">
          <a:xfrm>
            <a:off x="11792583" y="356478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AF3C3132-3E24-455C-9341-F3767C087D5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421999" y="2443527"/>
            <a:ext cx="3348000" cy="2291676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A783413-0A31-4F6C-B545-866183ABB0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81999" y="2443527"/>
            <a:ext cx="3348000" cy="2291676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7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C8E5ED0-7922-414F-9B0F-CA82F0A3C660}"/>
              </a:ext>
            </a:extLst>
          </p:cNvPr>
          <p:cNvSpPr/>
          <p:nvPr userDrawn="1"/>
        </p:nvSpPr>
        <p:spPr>
          <a:xfrm>
            <a:off x="0" y="1540330"/>
            <a:ext cx="12192000" cy="47156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AC8F6D-0687-481A-9761-11AB8A79722C}"/>
              </a:ext>
            </a:extLst>
          </p:cNvPr>
          <p:cNvSpPr/>
          <p:nvPr userDrawn="1"/>
        </p:nvSpPr>
        <p:spPr>
          <a:xfrm>
            <a:off x="0" y="1"/>
            <a:ext cx="12191999" cy="154744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8571" y="6314440"/>
            <a:ext cx="3814856" cy="365125"/>
          </a:xfrm>
        </p:spPr>
        <p:txBody>
          <a:bodyPr/>
          <a:lstStyle/>
          <a:p>
            <a:fld id="{4AE13B8D-7A39-483F-9092-AB66B2338492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1999" y="2875327"/>
            <a:ext cx="3348000" cy="2291676"/>
          </a:xfrm>
        </p:spPr>
        <p:txBody>
          <a:bodyPr anchor="ctr" anchorCtr="0"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4" name="Freeform 6" title="Page Number Shape">
            <a:extLst>
              <a:ext uri="{FF2B5EF4-FFF2-40B4-BE49-F238E27FC236}">
                <a16:creationId xmlns:a16="http://schemas.microsoft.com/office/drawing/2014/main" id="{0370AA61-B230-4320-8591-17B9EA527174}"/>
              </a:ext>
            </a:extLst>
          </p:cNvPr>
          <p:cNvSpPr/>
          <p:nvPr userDrawn="1"/>
        </p:nvSpPr>
        <p:spPr bwMode="auto">
          <a:xfrm>
            <a:off x="11792583" y="356478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AC19ED-7CFA-4AF2-BE7E-6017F4B12C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A783413-0A31-4F6C-B545-866183ABB00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081999" y="2875327"/>
            <a:ext cx="3348000" cy="2291676"/>
          </a:xfrm>
        </p:spPr>
        <p:txBody>
          <a:bodyPr anchor="ctr" anchorCtr="0"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4C76CE-242A-40DC-B9BA-9F6CD2FEBA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761999" y="280278"/>
            <a:ext cx="10676571" cy="1002422"/>
          </a:xfrm>
        </p:spPr>
        <p:txBody>
          <a:bodyPr anchor="ctr" anchorCtr="0"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66890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52848"/>
            <a:ext cx="10667998" cy="1002422"/>
          </a:xfrm>
        </p:spPr>
        <p:txBody>
          <a:bodyPr anchor="ctr" anchorCtr="0"/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8848724" y="1534886"/>
            <a:ext cx="2581273" cy="427536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B421F-7852-47A7-8672-3F4B3DC607FF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2000" y="1534886"/>
            <a:ext cx="7829550" cy="4275365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47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right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4768376-ED37-468E-9A28-4A8C73222CFB}"/>
              </a:ext>
            </a:extLst>
          </p:cNvPr>
          <p:cNvSpPr/>
          <p:nvPr userDrawn="1"/>
        </p:nvSpPr>
        <p:spPr>
          <a:xfrm>
            <a:off x="5263637" y="0"/>
            <a:ext cx="6928363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CE990-BAB9-4562-95E3-50660C2796F3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DEDD3AEB-5731-4BFB-B455-2CAA76BB8C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22695" y="358646"/>
            <a:ext cx="5505450" cy="5896056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pPr marL="0" lvl="0" indent="0">
              <a:lnSpc>
                <a:spcPct val="100000"/>
              </a:lnSpc>
              <a:spcAft>
                <a:spcPts val="2400"/>
              </a:spcAft>
              <a:buNone/>
            </a:pPr>
            <a:r>
              <a:rPr lang="en-US" sz="3200" noProof="0">
                <a:cs typeface="Segoe UI" panose="020B0502040204020203" pitchFamily="34" charset="0"/>
              </a:rPr>
              <a:t>Edit Master text styles</a:t>
            </a:r>
          </a:p>
        </p:txBody>
      </p:sp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F054F317-CFFE-48EF-91D4-872C9FE7043D}"/>
              </a:ext>
            </a:extLst>
          </p:cNvPr>
          <p:cNvSpPr/>
          <p:nvPr userDrawn="1"/>
        </p:nvSpPr>
        <p:spPr bwMode="auto">
          <a:xfrm>
            <a:off x="11793378" y="360167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0D58896D-DB7B-49E4-87EC-67CEAB2EF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7570" y="548792"/>
            <a:ext cx="3833906" cy="4952492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91192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60054D9-7800-4106-9C2D-E383D9D6A16D}"/>
              </a:ext>
            </a:extLst>
          </p:cNvPr>
          <p:cNvSpPr/>
          <p:nvPr userDrawn="1"/>
        </p:nvSpPr>
        <p:spPr>
          <a:xfrm>
            <a:off x="6901869" y="0"/>
            <a:ext cx="529336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FEBBCD-CBA1-4D0B-806D-FC14D8656200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EFBAD01-7A3E-42FB-9A1E-EAF5F97616A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46659" y="688779"/>
            <a:ext cx="5746376" cy="5223072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7213600" y="280278"/>
            <a:ext cx="4641006" cy="2397608"/>
          </a:xfrm>
        </p:spPr>
        <p:txBody>
          <a:bodyPr anchor="ctr" anchorCtr="0"/>
          <a:lstStyle>
            <a:lvl1pPr algn="ctr">
              <a:defRPr>
                <a:solidFill>
                  <a:schemeClr val="accent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Freeform 6" title="Page Number Shape">
            <a:extLst>
              <a:ext uri="{FF2B5EF4-FFF2-40B4-BE49-F238E27FC236}">
                <a16:creationId xmlns:a16="http://schemas.microsoft.com/office/drawing/2014/main" id="{B162E9BD-1CEB-41D5-8DEB-7C5EDF3B01C3}"/>
              </a:ext>
            </a:extLst>
          </p:cNvPr>
          <p:cNvSpPr/>
          <p:nvPr userDrawn="1"/>
        </p:nvSpPr>
        <p:spPr bwMode="auto">
          <a:xfrm>
            <a:off x="11792583" y="356478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8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7784"/>
            <a:ext cx="3831336" cy="4956048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81600" y="558065"/>
            <a:ext cx="6245352" cy="914400"/>
          </a:xfrm>
        </p:spPr>
        <p:txBody>
          <a:bodyPr anchor="b"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buNone/>
              <a:defRPr sz="2400" b="0" i="1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181600" y="1526671"/>
            <a:ext cx="6245352" cy="1755648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5181600" y="3700826"/>
            <a:ext cx="6248400" cy="914400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5181600" y="4669432"/>
            <a:ext cx="6245352" cy="1755648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C437-5C9D-4B1A-9C56-1C544AB8146E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267677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7784"/>
            <a:ext cx="3831336" cy="4956048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C437-5C9D-4B1A-9C56-1C544AB8146E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651A72-6E17-4CF4-8218-285FCAC88EC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181600" y="557784"/>
            <a:ext cx="6248400" cy="2307964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E2A31231-1080-4CC0-9896-EF779EE27CB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165121" y="2950589"/>
            <a:ext cx="6188679" cy="2563243"/>
          </a:xfrm>
        </p:spPr>
        <p:txBody>
          <a:bodyPr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03272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7784"/>
            <a:ext cx="3831336" cy="4956048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C437-5C9D-4B1A-9C56-1C544AB8146E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952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CF2D3B-BB2C-4EA8-8616-6D874F8BB777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995397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5479"/>
            <a:ext cx="3838776" cy="1921022"/>
          </a:xfrm>
        </p:spPr>
        <p:txBody>
          <a:bodyPr anchor="t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1600" y="564147"/>
            <a:ext cx="6248400" cy="5622644"/>
          </a:xfrm>
        </p:spPr>
        <p:txBody>
          <a:bodyPr/>
          <a:lstStyle>
            <a:lvl1pPr>
              <a:lnSpc>
                <a:spcPct val="112000"/>
              </a:lnSpc>
              <a:defRPr sz="2000"/>
            </a:lvl1pPr>
            <a:lvl2pPr>
              <a:lnSpc>
                <a:spcPct val="112000"/>
              </a:lnSpc>
              <a:defRPr sz="1800"/>
            </a:lvl2pPr>
            <a:lvl3pPr>
              <a:lnSpc>
                <a:spcPct val="112000"/>
              </a:lnSpc>
              <a:defRPr sz="1600"/>
            </a:lvl3pPr>
            <a:lvl4pPr>
              <a:lnSpc>
                <a:spcPct val="112000"/>
              </a:lnSpc>
              <a:defRPr sz="1400"/>
            </a:lvl4pPr>
            <a:lvl5pPr>
              <a:lnSpc>
                <a:spcPct val="112000"/>
              </a:lnSpc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2000" y="2621512"/>
            <a:ext cx="3838776" cy="3239537"/>
          </a:xfrm>
        </p:spPr>
        <p:txBody>
          <a:bodyPr/>
          <a:lstStyle>
            <a:lvl1pPr marL="0" indent="0" algn="r">
              <a:lnSpc>
                <a:spcPct val="125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5E975-0B6B-4B58-A4AA-C8F33B87478E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403686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555479"/>
            <a:ext cx="3838776" cy="1921022"/>
          </a:xfrm>
        </p:spPr>
        <p:txBody>
          <a:bodyPr anchor="t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2000" y="2621512"/>
            <a:ext cx="3838776" cy="3239537"/>
          </a:xfrm>
        </p:spPr>
        <p:txBody>
          <a:bodyPr/>
          <a:lstStyle>
            <a:lvl1pPr marL="0" indent="0" algn="r">
              <a:lnSpc>
                <a:spcPct val="125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5E975-0B6B-4B58-A4AA-C8F33B87478E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B3A5F786-D848-499D-B37D-96CF11DE90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555480"/>
            <a:ext cx="6246812" cy="530557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7262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 6" title="Page Number Shape"/>
          <p:cNvSpPr/>
          <p:nvPr/>
        </p:nvSpPr>
        <p:spPr bwMode="auto">
          <a:xfrm>
            <a:off x="11784011" y="360167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559678"/>
            <a:ext cx="3833906" cy="49524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81600" y="569066"/>
            <a:ext cx="6248398" cy="5655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2001" y="5930060"/>
            <a:ext cx="3814856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1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fld id="{9E139DA8-D636-4336-B416-25DD0050B639}" type="datetime8">
              <a:rPr lang="en-US" noProof="0" smtClean="0"/>
              <a:t>12/1/2025 1:44 PM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62001" y="6314440"/>
            <a:ext cx="3814856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200" b="1" i="1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noProof="0" dirty="0"/>
              <a:t>Add a footer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784011" y="587179"/>
            <a:ext cx="4079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1" baseline="0">
                <a:solidFill>
                  <a:schemeClr val="bg2"/>
                </a:solidFill>
                <a:latin typeface="+mj-lt"/>
              </a:defRPr>
            </a:lvl1pPr>
          </a:lstStyle>
          <a:p>
            <a:fld id="{7AAC19ED-7CFA-4AF2-BE7E-6017F4B12C94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 title="Horizontal Rule Line"/>
          <p:cNvCxnSpPr/>
          <p:nvPr/>
        </p:nvCxnSpPr>
        <p:spPr>
          <a:xfrm>
            <a:off x="0" y="6199730"/>
            <a:ext cx="4495800" cy="0"/>
          </a:xfrm>
          <a:prstGeom prst="line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087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1" r:id="rId2"/>
    <p:sldLayoutId id="2147483662" r:id="rId3"/>
    <p:sldLayoutId id="2147483673" r:id="rId4"/>
    <p:sldLayoutId id="2147483677" r:id="rId5"/>
    <p:sldLayoutId id="2147483674" r:id="rId6"/>
    <p:sldLayoutId id="2147483679" r:id="rId7"/>
    <p:sldLayoutId id="2147483678" r:id="rId8"/>
    <p:sldLayoutId id="2147483676" r:id="rId9"/>
    <p:sldLayoutId id="2147483675" r:id="rId10"/>
    <p:sldLayoutId id="2147483665" r:id="rId11"/>
    <p:sldLayoutId id="2147483682" r:id="rId12"/>
    <p:sldLayoutId id="2147483681" r:id="rId13"/>
    <p:sldLayoutId id="2147483667" r:id="rId14"/>
    <p:sldLayoutId id="2147483668" r:id="rId15"/>
    <p:sldLayoutId id="2147483680" r:id="rId16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5000" b="0" i="0" kern="1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83464" indent="-283464" algn="l" defTabSz="914400" rtl="0" eaLnBrk="1" latinLnBrk="0" hangingPunct="1">
        <a:lnSpc>
          <a:spcPct val="112000"/>
        </a:lnSpc>
        <a:spcBef>
          <a:spcPts val="900"/>
        </a:spcBef>
        <a:buFont typeface="Arial" panose="020B0604020202020204" pitchFamily="34" charset="0"/>
        <a:buChar char="•"/>
        <a:defRPr sz="20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112000"/>
        </a:lnSpc>
        <a:spcBef>
          <a:spcPts val="900"/>
        </a:spcBef>
        <a:buFont typeface="Corbel" panose="020B0503020204020204" pitchFamily="34" charset="0"/>
        <a:buChar char="–"/>
        <a:defRPr sz="18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112000"/>
        </a:lnSpc>
        <a:spcBef>
          <a:spcPts val="900"/>
        </a:spcBef>
        <a:buFont typeface="Arial" panose="020B0604020202020204" pitchFamily="34" charset="0"/>
        <a:buChar char="•"/>
        <a:defRPr sz="16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112000"/>
        </a:lnSpc>
        <a:spcBef>
          <a:spcPts val="900"/>
        </a:spcBef>
        <a:buFont typeface="Corbel" panose="020B0503020204020204" pitchFamily="34" charset="0"/>
        <a:buChar char="–"/>
        <a:defRPr sz="1400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112000"/>
        </a:lnSpc>
        <a:spcBef>
          <a:spcPts val="900"/>
        </a:spcBef>
        <a:buFont typeface="Arial" panose="020B0604020202020204" pitchFamily="34" charset="0"/>
        <a:buChar char="•"/>
        <a:defRPr sz="1400" i="1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83464" algn="l" defTabSz="914400" rtl="0" eaLnBrk="1" latinLnBrk="0" hangingPunct="1">
        <a:lnSpc>
          <a:spcPct val="112000"/>
        </a:lnSpc>
        <a:spcBef>
          <a:spcPts val="1300"/>
        </a:spcBef>
        <a:buFont typeface="Corbel" panose="020B0503020204020204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2971800" indent="-283464" algn="l" defTabSz="914400" rtl="0" eaLnBrk="1" latinLnBrk="0" hangingPunct="1">
        <a:lnSpc>
          <a:spcPct val="112000"/>
        </a:lnSpc>
        <a:spcBef>
          <a:spcPts val="1300"/>
        </a:spcBef>
        <a:buFont typeface="Arial" panose="020B0604020202020204" pitchFamily="34" charset="0"/>
        <a:buChar char="•"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3429000" indent="-283464" algn="l" defTabSz="914400" rtl="0" eaLnBrk="1" latinLnBrk="0" hangingPunct="1">
        <a:lnSpc>
          <a:spcPct val="112000"/>
        </a:lnSpc>
        <a:spcBef>
          <a:spcPts val="1300"/>
        </a:spcBef>
        <a:buFont typeface="Corbel" panose="020B0503020204020204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3886200" indent="-283464" algn="l" defTabSz="914400" rtl="0" eaLnBrk="1" latinLnBrk="0" hangingPunct="1">
        <a:lnSpc>
          <a:spcPct val="112000"/>
        </a:lnSpc>
        <a:spcBef>
          <a:spcPts val="1300"/>
        </a:spcBef>
        <a:buFont typeface="Arial" panose="020B0604020202020204" pitchFamily="34" charset="0"/>
        <a:buChar char="•"/>
        <a:defRPr sz="1400" i="1" kern="1200" baseline="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2">
          <p15:clr>
            <a:srgbClr val="F26B43"/>
          </p15:clr>
        </p15:guide>
        <p15:guide id="2" pos="480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pos="7200">
          <p15:clr>
            <a:srgbClr val="F26B43"/>
          </p15:clr>
        </p15:guide>
        <p15:guide id="5" pos="32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loumy074.github.io/Vanier_420-SF3-RE_F25_Team-Project/vaniercollege/module-summary.html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8B3CD-9828-4280-95EC-5F9D73400FF8}"/>
              </a:ext>
            </a:extLst>
          </p:cNvPr>
          <p:cNvSpPr>
            <a:spLocks noGrp="1"/>
          </p:cNvSpPr>
          <p:nvPr>
            <p:ph type="ctrTitle"/>
          </p:nvPr>
        </p:nvSpPr>
        <p:spPr bwMode="white"/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Wave </a:t>
            </a:r>
            <a:r>
              <a:rPr lang="en-US" sz="8000" dirty="0">
                <a:solidFill>
                  <a:schemeClr val="accent1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9A3178-CB65-4687-BC8A-DBB6F3C6E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78819" y="4796945"/>
            <a:ext cx="7034362" cy="105289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chemeClr val="tx1"/>
                </a:solidFill>
                <a:cs typeface="Segoe UI" panose="020B0502040204020203" pitchFamily="34" charset="0"/>
              </a:rPr>
              <a:t>Yu Duo Zhang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192D9B22-CA63-4CDB-8957-40947F45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smtClean="0"/>
              <a:t>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8C1723-6BE3-4292-90F2-43C7A22F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white">
          <a:xfrm>
            <a:off x="2407627" y="1184031"/>
            <a:ext cx="7376746" cy="4149970"/>
            <a:chOff x="2989385" y="1679331"/>
            <a:chExt cx="7376746" cy="268165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FF9A4E4-33FF-4BA5-9A1C-6E8B73621BEB}"/>
                </a:ext>
              </a:extLst>
            </p:cNvPr>
            <p:cNvCxnSpPr/>
            <p:nvPr/>
          </p:nvCxnSpPr>
          <p:spPr bwMode="white">
            <a:xfrm>
              <a:off x="2989385" y="1679331"/>
              <a:ext cx="7376746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9168D7F-9049-4135-9731-02DB8D3CD4C9}"/>
                </a:ext>
              </a:extLst>
            </p:cNvPr>
            <p:cNvCxnSpPr/>
            <p:nvPr/>
          </p:nvCxnSpPr>
          <p:spPr bwMode="white">
            <a:xfrm>
              <a:off x="10366130" y="1688123"/>
              <a:ext cx="0" cy="267286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A19D412-8FFA-4958-A76C-EB9E1F690AD9}"/>
                </a:ext>
              </a:extLst>
            </p:cNvPr>
            <p:cNvCxnSpPr/>
            <p:nvPr/>
          </p:nvCxnSpPr>
          <p:spPr bwMode="white">
            <a:xfrm>
              <a:off x="2989385" y="1679331"/>
              <a:ext cx="0" cy="267480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5B0E36-8696-452F-958E-984FBF104D99}"/>
                </a:ext>
              </a:extLst>
            </p:cNvPr>
            <p:cNvCxnSpPr/>
            <p:nvPr/>
          </p:nvCxnSpPr>
          <p:spPr bwMode="white">
            <a:xfrm>
              <a:off x="2989385" y="4354131"/>
              <a:ext cx="1740877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3F49821-5888-450B-ABA1-D4D7B73EC2AB}"/>
                </a:ext>
              </a:extLst>
            </p:cNvPr>
            <p:cNvCxnSpPr/>
            <p:nvPr/>
          </p:nvCxnSpPr>
          <p:spPr bwMode="white">
            <a:xfrm>
              <a:off x="8625254" y="4360985"/>
              <a:ext cx="1740877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516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F1779-5D21-B3CA-2F0A-E92A2CEC7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0684" y="2320009"/>
            <a:ext cx="5648059" cy="2217979"/>
          </a:xfrm>
        </p:spPr>
        <p:txBody>
          <a:bodyPr>
            <a:normAutofit fontScale="90000"/>
          </a:bodyPr>
          <a:lstStyle/>
          <a:p>
            <a:r>
              <a:rPr lang="en-CA" dirty="0"/>
              <a:t>Application Demo</a:t>
            </a:r>
            <a:br>
              <a:rPr lang="en-CA" dirty="0"/>
            </a:br>
            <a:r>
              <a:rPr lang="en-CA" sz="2000" dirty="0"/>
              <a:t>- Parameter modifying</a:t>
            </a:r>
            <a:br>
              <a:rPr lang="en-CA" sz="2000" dirty="0"/>
            </a:br>
            <a:r>
              <a:rPr lang="en-CA" sz="2000" dirty="0"/>
              <a:t>- Information Display</a:t>
            </a:r>
            <a:br>
              <a:rPr lang="en-CA" sz="2000" dirty="0"/>
            </a:br>
            <a:r>
              <a:rPr lang="en-CA" sz="2000" dirty="0"/>
              <a:t>- Traveling wave animation</a:t>
            </a:r>
            <a:br>
              <a:rPr lang="en-CA" sz="2000" dirty="0"/>
            </a:br>
            <a:r>
              <a:rPr lang="en-CA" sz="2000" dirty="0"/>
              <a:t>- Sound generation </a:t>
            </a:r>
            <a:br>
              <a:rPr lang="en-CA" sz="2000" dirty="0"/>
            </a:br>
            <a:r>
              <a:rPr lang="en-CA" sz="2000" dirty="0"/>
              <a:t>- Saving/Loading &amp; Image</a:t>
            </a:r>
            <a:br>
              <a:rPr lang="en-CA" sz="2000" dirty="0"/>
            </a:br>
            <a:r>
              <a:rPr lang="en-CA" sz="2000" dirty="0"/>
              <a:t>- Reset</a:t>
            </a:r>
            <a:endParaRPr lang="en-CA" dirty="0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4330F78-BF44-CA69-DFB5-D9EBF72B36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800"/>
          <a:stretch>
            <a:fillRect/>
          </a:stretch>
        </p:blipFill>
        <p:spPr>
          <a:xfrm>
            <a:off x="233257" y="1568331"/>
            <a:ext cx="5648061" cy="372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C5AD-3F93-E976-3EC3-26424146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19ED-7CFA-4AF2-BE7E-6017F4B12C94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6493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550A7C5-7333-9CC9-BED6-C1FC9FDAE4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23013" y="609952"/>
            <a:ext cx="5505450" cy="539362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803A024-E88A-36DD-C534-6D030393F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br>
              <a:rPr lang="en-CA" dirty="0"/>
            </a:br>
            <a:r>
              <a:rPr lang="en-CA" dirty="0"/>
              <a:t>Project Structure in UML Diagram</a:t>
            </a:r>
          </a:p>
        </p:txBody>
      </p:sp>
    </p:spTree>
    <p:extLst>
      <p:ext uri="{BB962C8B-B14F-4D97-AF65-F5344CB8AC3E}">
        <p14:creationId xmlns:p14="http://schemas.microsoft.com/office/powerpoint/2010/main" val="4132053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F502D6-AAED-BA05-EE99-8CCD0CEDB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2848"/>
            <a:ext cx="10667998" cy="1002422"/>
          </a:xfrm>
        </p:spPr>
        <p:txBody>
          <a:bodyPr anchor="ctr">
            <a:normAutofit/>
          </a:bodyPr>
          <a:lstStyle/>
          <a:p>
            <a:r>
              <a:rPr lang="en-CA" dirty="0"/>
              <a:t>Javadoc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B8D361-02A9-1739-EAE6-B0D305D6A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84011" y="587179"/>
            <a:ext cx="4079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AAC19ED-7CFA-4AF2-BE7E-6017F4B12C94}" type="slidenum">
              <a:rPr lang="en-US" noProof="0" smtClean="0"/>
              <a:pPr>
                <a:spcAft>
                  <a:spcPts val="600"/>
                </a:spcAft>
              </a:pPr>
              <a:t>4</a:t>
            </a:fld>
            <a:endParaRPr lang="en-US" noProof="0"/>
          </a:p>
        </p:txBody>
      </p:sp>
      <p:pic>
        <p:nvPicPr>
          <p:cNvPr id="7" name="Picture 6">
            <a:hlinkClick r:id="rId2"/>
            <a:extLst>
              <a:ext uri="{FF2B5EF4-FFF2-40B4-BE49-F238E27FC236}">
                <a16:creationId xmlns:a16="http://schemas.microsoft.com/office/drawing/2014/main" id="{147D5C78-F017-413C-8A1D-B39260E9A7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96" b="-2"/>
          <a:stretch>
            <a:fillRect/>
          </a:stretch>
        </p:blipFill>
        <p:spPr>
          <a:xfrm>
            <a:off x="762000" y="1534886"/>
            <a:ext cx="7829550" cy="427536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21117885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">
  <a:themeElements>
    <a:clrScheme name="Headlines">
      <a:dk1>
        <a:sysClr val="windowText" lastClr="000000"/>
      </a:dk1>
      <a:lt1>
        <a:sysClr val="window" lastClr="FFFFFF"/>
      </a:lt1>
      <a:dk2>
        <a:srgbClr val="1D1A1D"/>
      </a:dk2>
      <a:lt2>
        <a:srgbClr val="F5F5F5"/>
      </a:lt2>
      <a:accent1>
        <a:srgbClr val="439EB7"/>
      </a:accent1>
      <a:accent2>
        <a:srgbClr val="E28B55"/>
      </a:accent2>
      <a:accent3>
        <a:srgbClr val="DCB64D"/>
      </a:accent3>
      <a:accent4>
        <a:srgbClr val="4CA198"/>
      </a:accent4>
      <a:accent5>
        <a:srgbClr val="835B82"/>
      </a:accent5>
      <a:accent6>
        <a:srgbClr val="645135"/>
      </a:accent6>
      <a:hlink>
        <a:srgbClr val="439EB7"/>
      </a:hlink>
      <a:folHlink>
        <a:srgbClr val="835B82"/>
      </a:folHlink>
    </a:clrScheme>
    <a:fontScheme name="Custom 5">
      <a:majorFont>
        <a:latin typeface="Franklin Gothic Demi"/>
        <a:ea typeface=""/>
        <a:cs typeface=""/>
      </a:majorFont>
      <a:minorFont>
        <a:latin typeface="Franklin Gothic Medium"/>
        <a:ea typeface=""/>
        <a:cs typeface=""/>
      </a:minorFont>
    </a:fontScheme>
    <a:fmtScheme name="Headlines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100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88900" dist="25400" dir="10800000">
              <a:srgbClr val="000000">
                <a:alpha val="25000"/>
              </a:srgbClr>
            </a:innerShdw>
            <a:outerShdw blurRad="25400" dist="25400" dir="5400000" rotWithShape="0">
              <a:srgbClr val="FFFFFF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63500" sx="102000" sy="102000" algn="ctr" rotWithShape="0">
            <a:prstClr val="black">
              <a:alpha val="40000"/>
            </a:prstClr>
          </a:outerShdw>
        </a:effec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33527777_win32_fixed.potx" id="{826F8C1F-4FB5-4CE6-B7A0-9EBD6074CC2F}" vid="{BB5D3E28-8CAE-479F-BD65-24FBDA1E6F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Safety procedures</Template>
  <TotalTime>71</TotalTime>
  <Words>44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Corbel</vt:lpstr>
      <vt:lpstr>Franklin Gothic Demi</vt:lpstr>
      <vt:lpstr>Franklin Gothic Medium</vt:lpstr>
      <vt:lpstr>Segoe UI</vt:lpstr>
      <vt:lpstr>Headlines</vt:lpstr>
      <vt:lpstr>Wave Simulator</vt:lpstr>
      <vt:lpstr>Application Demo - Parameter modifying - Information Display - Traveling wave animation - Sound generation  - Saving/Loading &amp; Image - Reset</vt:lpstr>
      <vt:lpstr> Project Structure in UML Diagram</vt:lpstr>
      <vt:lpstr>Javadoc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 Duo Zhang</dc:creator>
  <cp:lastModifiedBy>Yu Duo Zhang</cp:lastModifiedBy>
  <cp:revision>10</cp:revision>
  <dcterms:created xsi:type="dcterms:W3CDTF">2025-12-01T16:17:01Z</dcterms:created>
  <dcterms:modified xsi:type="dcterms:W3CDTF">2025-12-01T18:46:46Z</dcterms:modified>
</cp:coreProperties>
</file>