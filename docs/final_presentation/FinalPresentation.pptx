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16" autoAdjust="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0FB670-7427-4185-8511-6F36A0143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D473D-6081-4804-9B28-4FA7D2C383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9C193-D30F-4B7A-8956-32E4F6D9D2C9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68452-BA11-400A-8E67-C003922CC3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0A332-336E-4B1B-9128-655A1F9DBA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948B1-B6D3-4578-932F-6AE7124E5E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135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AC78B-5884-4D24-983C-916233003E85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B528-7684-4A37-99F6-46340DCC2B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8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 userDrawn="1"/>
        </p:nvSpPr>
        <p:spPr bwMode="auto">
          <a:xfrm>
            <a:off x="11784011" y="345139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8819" y="2270908"/>
            <a:ext cx="7034362" cy="2188992"/>
          </a:xfrm>
        </p:spPr>
        <p:txBody>
          <a:bodyPr anchor="ctr" anchorCtr="0">
            <a:noAutofit/>
          </a:bodyPr>
          <a:lstStyle>
            <a:lvl1pPr algn="ctr">
              <a:lnSpc>
                <a:spcPct val="85000"/>
              </a:lnSpc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6793" y="5024051"/>
            <a:ext cx="7034362" cy="1052898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84338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F35A1469-2D5F-4CF6-9A65-876A4BCDDACA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15066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72151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1549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EE1DAB-B868-4EEB-BD54-B9BAB6F58361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377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88A9-102E-4111-86E0-D51E9CB704AA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993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78772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BD67-B37A-4DEF-9054-A91A6B18355E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2001" y="2981325"/>
            <a:ext cx="1866900" cy="2828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983FCBB-03A1-486A-BDE2-92BD88EA0FC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29006" y="2981325"/>
            <a:ext cx="1866900" cy="2828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136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3432B8B-A85D-47CE-98BC-3DF0B2F26AF4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5400" y="431747"/>
            <a:ext cx="5105400" cy="68463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088800" y="1468316"/>
            <a:ext cx="4831664" cy="3865070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35B7-901B-460F-BE63-E630BF7AD92D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416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AC8F6D-0687-481A-9761-11AB8A79722C}"/>
              </a:ext>
            </a:extLst>
          </p:cNvPr>
          <p:cNvSpPr/>
          <p:nvPr userDrawn="1"/>
        </p:nvSpPr>
        <p:spPr>
          <a:xfrm>
            <a:off x="0" y="1"/>
            <a:ext cx="12191999" cy="15474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62000" y="305678"/>
            <a:ext cx="10667998" cy="1002422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01C1E-44EC-4ED6-87AC-7B26C9BC7568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id="{0370AA61-B230-4320-8591-17B9EA527174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AF3C3132-3E24-455C-9341-F3767C087D5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2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A783413-0A31-4F6C-B545-866183ABB0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78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C8E5ED0-7922-414F-9B0F-CA82F0A3C660}"/>
              </a:ext>
            </a:extLst>
          </p:cNvPr>
          <p:cNvSpPr/>
          <p:nvPr userDrawn="1"/>
        </p:nvSpPr>
        <p:spPr>
          <a:xfrm>
            <a:off x="0" y="1540330"/>
            <a:ext cx="12192000" cy="47156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AC8F6D-0687-481A-9761-11AB8A79722C}"/>
              </a:ext>
            </a:extLst>
          </p:cNvPr>
          <p:cNvSpPr/>
          <p:nvPr userDrawn="1"/>
        </p:nvSpPr>
        <p:spPr>
          <a:xfrm>
            <a:off x="0" y="1"/>
            <a:ext cx="12191999" cy="15474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8571" y="6314440"/>
            <a:ext cx="3814856" cy="365125"/>
          </a:xfrm>
        </p:spPr>
        <p:txBody>
          <a:bodyPr/>
          <a:lstStyle/>
          <a:p>
            <a:fld id="{4AE13B8D-7A39-483F-9092-AB66B2338492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1999" y="2875327"/>
            <a:ext cx="3348000" cy="2291676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id="{0370AA61-B230-4320-8591-17B9EA527174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A783413-0A31-4F6C-B545-866183ABB0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1999" y="2875327"/>
            <a:ext cx="3348000" cy="2291676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4C76CE-242A-40DC-B9BA-9F6CD2FEB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761999" y="280278"/>
            <a:ext cx="10676571" cy="1002422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89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352848"/>
            <a:ext cx="10667998" cy="1002422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848724" y="1534886"/>
            <a:ext cx="2581273" cy="427536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B421F-7852-47A7-8672-3F4B3DC607FF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2000" y="1534886"/>
            <a:ext cx="7829550" cy="427536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47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768376-ED37-468E-9A28-4A8C73222CFB}"/>
              </a:ext>
            </a:extLst>
          </p:cNvPr>
          <p:cNvSpPr/>
          <p:nvPr userDrawn="1"/>
        </p:nvSpPr>
        <p:spPr>
          <a:xfrm>
            <a:off x="5263637" y="0"/>
            <a:ext cx="692836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E990-BAB9-4562-95E3-50660C2796F3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EDD3AEB-5731-4BFB-B455-2CAA76BB8C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22695" y="358646"/>
            <a:ext cx="5505450" cy="5896056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noProof="0">
                <a:cs typeface="Segoe UI" panose="020B0502040204020203" pitchFamily="34" charset="0"/>
              </a:rPr>
              <a:t>Edit Master text styles</a:t>
            </a:r>
          </a:p>
        </p:txBody>
      </p:sp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F054F317-CFFE-48EF-91D4-872C9FE7043D}"/>
              </a:ext>
            </a:extLst>
          </p:cNvPr>
          <p:cNvSpPr/>
          <p:nvPr userDrawn="1"/>
        </p:nvSpPr>
        <p:spPr bwMode="auto">
          <a:xfrm>
            <a:off x="11793378" y="36016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D58896D-DB7B-49E4-87EC-67CEAB2EF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570" y="548792"/>
            <a:ext cx="3833906" cy="4952492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119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0054D9-7800-4106-9C2D-E383D9D6A16D}"/>
              </a:ext>
            </a:extLst>
          </p:cNvPr>
          <p:cNvSpPr/>
          <p:nvPr userDrawn="1"/>
        </p:nvSpPr>
        <p:spPr>
          <a:xfrm>
            <a:off x="6901869" y="0"/>
            <a:ext cx="529336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EBBCD-CBA1-4D0B-806D-FC14D8656200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6659" y="688779"/>
            <a:ext cx="5746376" cy="522307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213600" y="280278"/>
            <a:ext cx="4641006" cy="2397608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Freeform 6" title="Page Number Shape">
            <a:extLst>
              <a:ext uri="{FF2B5EF4-FFF2-40B4-BE49-F238E27FC236}">
                <a16:creationId xmlns:a16="http://schemas.microsoft.com/office/drawing/2014/main" id="{B162E9BD-1CEB-41D5-8DEB-7C5EDF3B01C3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6767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651A72-6E17-4CF4-8218-285FCAC88E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181600" y="557784"/>
            <a:ext cx="6248400" cy="2307964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2A31231-1080-4CC0-9896-EF779EE27C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65121" y="2950589"/>
            <a:ext cx="6188679" cy="256324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0327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952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2D3B-BB2C-4EA8-8616-6D874F8BB777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9539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E975-0B6B-4B58-A4AA-C8F33B87478E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036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E975-0B6B-4B58-A4AA-C8F33B87478E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3A5F786-D848-499D-B37D-96CF11DE9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55480"/>
            <a:ext cx="6246812" cy="5305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726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36016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9E139DA8-D636-4336-B416-25DD0050B639}" type="datetime8">
              <a:rPr lang="en-US" noProof="0" smtClean="0"/>
              <a:t>12/1/2025 12:38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87179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87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62" r:id="rId3"/>
    <p:sldLayoutId id="2147483673" r:id="rId4"/>
    <p:sldLayoutId id="2147483677" r:id="rId5"/>
    <p:sldLayoutId id="2147483674" r:id="rId6"/>
    <p:sldLayoutId id="2147483679" r:id="rId7"/>
    <p:sldLayoutId id="2147483678" r:id="rId8"/>
    <p:sldLayoutId id="2147483676" r:id="rId9"/>
    <p:sldLayoutId id="2147483675" r:id="rId10"/>
    <p:sldLayoutId id="2147483665" r:id="rId11"/>
    <p:sldLayoutId id="2147483682" r:id="rId12"/>
    <p:sldLayoutId id="2147483681" r:id="rId13"/>
    <p:sldLayoutId id="2147483667" r:id="rId14"/>
    <p:sldLayoutId id="2147483668" r:id="rId15"/>
    <p:sldLayoutId id="2147483680" r:id="rId16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0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../javadocs/vaniercollege/module-summary.html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8B3CD-9828-4280-95EC-5F9D73400FF8}"/>
              </a:ext>
            </a:extLst>
          </p:cNvPr>
          <p:cNvSpPr>
            <a:spLocks noGrp="1"/>
          </p:cNvSpPr>
          <p:nvPr>
            <p:ph type="ctrTitle"/>
          </p:nvPr>
        </p:nvSpPr>
        <p:spPr bwMode="white"/>
        <p:txBody>
          <a:bodyPr/>
          <a:lstStyle/>
          <a:p>
            <a:r>
              <a:rPr lang="en-US" sz="8000" dirty="0">
                <a:solidFill>
                  <a:schemeClr val="tx1"/>
                </a:solidFill>
              </a:rPr>
              <a:t>Wave </a:t>
            </a:r>
            <a:r>
              <a:rPr lang="en-US" sz="8000" dirty="0">
                <a:solidFill>
                  <a:schemeClr val="accent1"/>
                </a:solidFill>
              </a:rPr>
              <a:t>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A3178-CB65-4687-BC8A-DBB6F3C6E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8819" y="4796945"/>
            <a:ext cx="7034362" cy="10528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cs typeface="Segoe UI" panose="020B0502040204020203" pitchFamily="34" charset="0"/>
              </a:rPr>
              <a:t>Yu Duo Zhang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192D9B22-CA63-4CDB-8957-40947F45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t>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8C1723-6BE3-4292-90F2-43C7A22F5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white">
          <a:xfrm>
            <a:off x="2407627" y="1184031"/>
            <a:ext cx="7376746" cy="4149970"/>
            <a:chOff x="2989385" y="1679331"/>
            <a:chExt cx="7376746" cy="268165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FF9A4E4-33FF-4BA5-9A1C-6E8B73621BEB}"/>
                </a:ext>
              </a:extLst>
            </p:cNvPr>
            <p:cNvCxnSpPr/>
            <p:nvPr/>
          </p:nvCxnSpPr>
          <p:spPr bwMode="white">
            <a:xfrm>
              <a:off x="2989385" y="1679331"/>
              <a:ext cx="7376746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9168D7F-9049-4135-9731-02DB8D3CD4C9}"/>
                </a:ext>
              </a:extLst>
            </p:cNvPr>
            <p:cNvCxnSpPr/>
            <p:nvPr/>
          </p:nvCxnSpPr>
          <p:spPr bwMode="white">
            <a:xfrm>
              <a:off x="10366130" y="1688123"/>
              <a:ext cx="0" cy="2672862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19D412-8FFA-4958-A76C-EB9E1F690AD9}"/>
                </a:ext>
              </a:extLst>
            </p:cNvPr>
            <p:cNvCxnSpPr/>
            <p:nvPr/>
          </p:nvCxnSpPr>
          <p:spPr bwMode="white">
            <a:xfrm>
              <a:off x="2989385" y="1679331"/>
              <a:ext cx="0" cy="267480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5B0E36-8696-452F-958E-984FBF104D99}"/>
                </a:ext>
              </a:extLst>
            </p:cNvPr>
            <p:cNvCxnSpPr/>
            <p:nvPr/>
          </p:nvCxnSpPr>
          <p:spPr bwMode="white">
            <a:xfrm>
              <a:off x="2989385" y="4354131"/>
              <a:ext cx="1740877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3F49821-5888-450B-ABA1-D4D7B73EC2AB}"/>
                </a:ext>
              </a:extLst>
            </p:cNvPr>
            <p:cNvCxnSpPr/>
            <p:nvPr/>
          </p:nvCxnSpPr>
          <p:spPr bwMode="white">
            <a:xfrm>
              <a:off x="8625254" y="4360985"/>
              <a:ext cx="1740877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751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1779-5D21-B3CA-2F0A-E92A2CEC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0684" y="2320009"/>
            <a:ext cx="5648059" cy="2217979"/>
          </a:xfrm>
        </p:spPr>
        <p:txBody>
          <a:bodyPr>
            <a:normAutofit fontScale="90000"/>
          </a:bodyPr>
          <a:lstStyle/>
          <a:p>
            <a:r>
              <a:rPr lang="en-CA" dirty="0"/>
              <a:t>Application Demo</a:t>
            </a:r>
            <a:br>
              <a:rPr lang="en-CA" dirty="0"/>
            </a:br>
            <a:r>
              <a:rPr lang="en-CA" sz="2000" dirty="0"/>
              <a:t>- Parameter modifying</a:t>
            </a:r>
            <a:br>
              <a:rPr lang="en-CA" sz="2000" dirty="0"/>
            </a:br>
            <a:r>
              <a:rPr lang="en-CA" sz="2000" dirty="0"/>
              <a:t>- Information Display</a:t>
            </a:r>
            <a:br>
              <a:rPr lang="en-CA" sz="2000" dirty="0"/>
            </a:br>
            <a:r>
              <a:rPr lang="en-CA" sz="2000" dirty="0"/>
              <a:t>- Traveling wave animation</a:t>
            </a:r>
            <a:br>
              <a:rPr lang="en-CA" sz="2000" dirty="0"/>
            </a:br>
            <a:r>
              <a:rPr lang="en-CA" sz="2000" dirty="0"/>
              <a:t>- Sound generation </a:t>
            </a:r>
            <a:br>
              <a:rPr lang="en-CA" sz="2000" dirty="0"/>
            </a:br>
            <a:r>
              <a:rPr lang="en-CA" sz="2000" dirty="0"/>
              <a:t>- Saving/Loading &amp; Image</a:t>
            </a:r>
            <a:br>
              <a:rPr lang="en-CA" sz="2000" dirty="0"/>
            </a:br>
            <a:r>
              <a:rPr lang="en-CA" sz="2000" dirty="0"/>
              <a:t>- Reset</a:t>
            </a:r>
            <a:endParaRPr lang="en-CA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330F78-BF44-CA69-DFB5-D9EBF72B36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00"/>
          <a:stretch>
            <a:fillRect/>
          </a:stretch>
        </p:blipFill>
        <p:spPr>
          <a:xfrm>
            <a:off x="233257" y="1568331"/>
            <a:ext cx="5648061" cy="372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7C5AD-3F93-E976-3EC3-26424146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649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550A7C5-7333-9CC9-BED6-C1FC9FDAE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3013" y="609952"/>
            <a:ext cx="5505450" cy="539362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803A024-E88A-36DD-C534-6D030393F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CA" dirty="0"/>
            </a:br>
            <a:r>
              <a:rPr lang="en-CA" dirty="0"/>
              <a:t>Project Structure in UML Diagram</a:t>
            </a:r>
          </a:p>
        </p:txBody>
      </p:sp>
    </p:spTree>
    <p:extLst>
      <p:ext uri="{BB962C8B-B14F-4D97-AF65-F5344CB8AC3E}">
        <p14:creationId xmlns:p14="http://schemas.microsoft.com/office/powerpoint/2010/main" val="413205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F502D6-AAED-BA05-EE99-8CCD0CED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2848"/>
            <a:ext cx="10667998" cy="1002422"/>
          </a:xfrm>
        </p:spPr>
        <p:txBody>
          <a:bodyPr anchor="ctr">
            <a:normAutofit/>
          </a:bodyPr>
          <a:lstStyle/>
          <a:p>
            <a:r>
              <a:rPr lang="en-CA" dirty="0"/>
              <a:t>Javadoc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B8D361-02A9-1739-EAE6-B0D305D6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4011" y="587179"/>
            <a:ext cx="40798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AC19ED-7CFA-4AF2-BE7E-6017F4B12C94}" type="slidenum">
              <a:rPr lang="en-US" noProof="0" smtClean="0"/>
              <a:pPr>
                <a:spcAft>
                  <a:spcPts val="600"/>
                </a:spcAft>
              </a:pPr>
              <a:t>4</a:t>
            </a:fld>
            <a:endParaRPr lang="en-US" noProof="0"/>
          </a:p>
        </p:txBody>
      </p:sp>
      <p:pic>
        <p:nvPicPr>
          <p:cNvPr id="7" name="Picture 6">
            <a:hlinkClick r:id="rId2" action="ppaction://hlinkfile"/>
            <a:extLst>
              <a:ext uri="{FF2B5EF4-FFF2-40B4-BE49-F238E27FC236}">
                <a16:creationId xmlns:a16="http://schemas.microsoft.com/office/drawing/2014/main" id="{147D5C78-F017-413C-8A1D-B39260E9A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96" b="-2"/>
          <a:stretch>
            <a:fillRect/>
          </a:stretch>
        </p:blipFill>
        <p:spPr>
          <a:xfrm>
            <a:off x="762000" y="1534886"/>
            <a:ext cx="7829550" cy="42753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1117885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Custom 5">
      <a:majorFont>
        <a:latin typeface="Franklin Gothic Demi"/>
        <a:ea typeface=""/>
        <a:cs typeface=""/>
      </a:majorFont>
      <a:minorFont>
        <a:latin typeface="Franklin Gothic Medium"/>
        <a:ea typeface=""/>
        <a:cs typeface="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57150"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33527777_win32_fixed.potx" id="{826F8C1F-4FB5-4CE6-B7A0-9EBD6074CC2F}" vid="{BB5D3E28-8CAE-479F-BD65-24FBDA1E6F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Safety procedures</Template>
  <TotalTime>70</TotalTime>
  <Words>44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Corbel</vt:lpstr>
      <vt:lpstr>Franklin Gothic Demi</vt:lpstr>
      <vt:lpstr>Franklin Gothic Medium</vt:lpstr>
      <vt:lpstr>Segoe UI</vt:lpstr>
      <vt:lpstr>Headlines</vt:lpstr>
      <vt:lpstr>Wave Simulator</vt:lpstr>
      <vt:lpstr>Application Demo - Parameter modifying - Information Display - Traveling wave animation - Sound generation  - Saving/Loading &amp; Image - Reset</vt:lpstr>
      <vt:lpstr> Project Structure in UML Diagram</vt:lpstr>
      <vt:lpstr>Javadoc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Duo Zhang</dc:creator>
  <cp:lastModifiedBy>Yu Duo Zhang</cp:lastModifiedBy>
  <cp:revision>9</cp:revision>
  <dcterms:created xsi:type="dcterms:W3CDTF">2025-12-01T16:17:01Z</dcterms:created>
  <dcterms:modified xsi:type="dcterms:W3CDTF">2025-12-01T17:41:21Z</dcterms:modified>
</cp:coreProperties>
</file>